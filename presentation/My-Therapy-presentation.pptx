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MVC: Controllers → Services → Repositories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Role-based UIs: Patient / Psychologist / Admin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Server-side rendering + REST endpoints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Therapeutic Resources integrated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Three-tier: Presentation → Application → Data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Spring Boot backend + PostgreSQL (RDS)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External: Stripe (payments), SMTP (emails), AWS deploy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Security: Spring Security + JWT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Components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Spring Boot, Spring Data JPA, Spring Security, JUnit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PostgreSQL, Stripe API, Spring Mail, AWS (EC2/RDS/CloudWatch)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Packages: model/, repository/, service/, controller/, security/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Frontend: static HTML templates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Main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Slot generation: S = { [b^s + m·d, b^s + (m+1)·d) }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Overlap check: s_i &lt; e_j ∧ s_j &lt; e_i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Atomic booking: transaction → check overlaps → insert → commit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Reminders: query appointments at t+24h → send emails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Development → Testing → Deployment →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E74B5"/>
                </a:solidFill>
                <a:latin typeface="Calibri"/>
              </a:defRPr>
            </a:pPr>
            <a:r>
              <a:t>Next Steps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Prepare demo data, test Stripe in sandbox, finalize UI polish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999999"/>
                </a:solidFill>
                <a:latin typeface="Calibri"/>
              </a:defRPr>
            </a:pPr>
            <a:r>
              <a:t>[Visual / Icon / Screenshot]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